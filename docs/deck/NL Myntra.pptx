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in the frozen gold set (n=137)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and reviews alone can't explain why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goal: increase the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122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696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428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10104120" cy="594360"/>
          </a:xfrm>
          <a:prstGeom prst="roundRect">
            <a:avLst>
              <a:gd name="adj" fmla="val 12308"/>
            </a:avLst>
          </a:prstGeom>
          <a:solidFill>
            <a:srgbClr val="6E4A5B"/>
          </a:solidFill>
          <a:ln w="12700">
            <a:solidFill>
              <a:srgbClr val="B582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572000"/>
            <a:ext cx="9646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Price-Certainty — a soft hesitation factor that modulates Resolution, not a hard sequential gate like Availability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349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 breaks down — and for whom — was unknown going in. That's what this project set out to find, end to end: AI discovery → primary research → a working, evidence-grounded MVP.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discovery engine classified 2,203 user voices across 3 sources — here's how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1673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673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apps, 2 sources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95728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42032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15184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15184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PII scrub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43984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20640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20640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17136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relevance pass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45936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22592" y="1929384"/>
            <a:ext cx="402336" cy="40233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22592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n=137, 89.4% agree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01584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47888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924544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24544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retry-escalation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003536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4984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82649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82649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2299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2299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0080" y="356616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36393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2,203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41879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classified, checkpointed — stopped intentionally, not stalled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114800" y="356616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343400" y="3703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DISCOVERY ENGINE LIVE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343400" y="4041648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https://zeusworkspace1.app.n8n.cloud/webhook/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wishlist-discovery-engine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honest scope decision: Reddit was excluded. Reddit's Responsible Builder Policy funnels bulk research use through a formal researcher program with a timeline this project's window couldn't accommodate — disclosed here, not quietly worked around.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 found two real barriers — and revealed their own blind spot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73736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360920" y="1737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589520" y="18105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137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35915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human-labeled gold set — 2 independent labelers, 89.4% raw agreement, 100% category agreement on jointly-flagged items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60920" y="315468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58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7764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accuracy against human labels — measured, not assumed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60920" y="457200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EFE6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589520" y="4681728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 corpora at all — not because they're rare, but because reviews are the wrong place to find them. Primary research picks up where the corpus stops.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one of 6 interviewees hit the same wall: items disappear before they decide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independently raised it, unprompted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196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 (100%) have experienced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FE6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9244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gold-set corpus examples — reviews miss it almost entirely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4B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something says only two left, I'll probably decide faster.”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interview respondent, on how a near-miss stock-out changed future decision speed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methods — corpus, survey, interviews — converge on one answer: availability decay is real and common, and app reviews are structurally the wrong instrument to measure it.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problem: purchase intent, blocked by different uncertainty at the moment of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048256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0432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Wishlist-savers with unresolved decision-stage uncertainty — spans price, fit, quality, occasion, and availability doubt, not one narrow group.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2048256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93992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77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disinterest. A specific, often-nameable uncertainty sits between saving and buying — and today's wishlist gives the user no help resolving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288536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WORKAROUND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61772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already compensate manually: cross-platform price/review checks, substitute purchases, and rushed decisions after a stock-out scare.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37960" y="4288536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93992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61772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less regret, less re-research effort. Business: converts demand that's already explicit and already on the platform — no acquisition cost.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Discovery Concierge that resolves the one barrier blocking each save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61972" y="2651760"/>
            <a:ext cx="585216" cy="58521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6197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3852" y="2651760"/>
            <a:ext cx="585216" cy="58521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7385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85732" y="2651760"/>
            <a:ext cx="585216" cy="585216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8573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MVP: real evidence, never guessed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33756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Intelligence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73252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5B3A4A"/>
          </a:solidFill>
          <a:ln w="12700">
            <a:solidFill>
              <a:srgbClr val="5B3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EFE6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4290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7490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real interview quote, directly powering the item's price-history chart and confidence reasoning in the live MVP. Not a template filled with a plausible-sounding guess.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https://mvp-henna-delta.vercel.app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 trust AI insights blindly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5B3A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— classifier accuracy measured against 137 human-labeled reviews, not self-graded.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0760" y="17830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B58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58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 = 0.159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060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— cross-model agreement, disclosed as a real limitation of the smaller local backup model, not smoothed over.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FE6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 aren't the problem — the small local model is.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526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human labelers, using the same taxonomy, reached 89.4% raw agreement and 100% category agreement on items they both flagged relevant. The task is learnable. E3's low kappa reflects a genuinely undersized local model standing in for a stronger one — not an ambiguous codebook. Production classification uses the stronger hosted model; the small local model is a documented fallback, not the primary path.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874520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819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49631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3337560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5570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 ·  Trace-to-cart conversion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9593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1772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800600"/>
            <a:ext cx="146304" cy="146304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4745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0200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54223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9339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categories, wobbly numbers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fit_size / quality_trust / price_certainty rest on small samples (n=5–11); recall moved run to run (0.4→0.5→0.545).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Treated as directional, disclosed in every writeup — never presented as exact.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9339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skews toward complaints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Review-writers aren't representative; Reddit was scoped out for policy reasons.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Triangulated against survey (n=32) and interviews (n=6) — caught what the corpus alone would have missed.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0.159 between the primary and backup classifiers.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reasoning is templated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doesn't yet call a live model against real per-user history.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Disclosed openly. Deterministic-retrieval-then-narration is already the intended production architecture.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2026-08-31T09:03:40Z</dcterms:created>
  <dcterms:modified xsi:type="dcterms:W3CDTF">2026-08-31T09:03:40Z</dcterms:modified>
</cp:coreProperties>
</file>